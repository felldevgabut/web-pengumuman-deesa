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0638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508" y="384048"/>
            <a:ext cx="868680" cy="105110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1481328"/>
            <a:ext cx="121916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PRAKTIK — HTML &amp; CSS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0" y="1810512"/>
            <a:ext cx="12191695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Profil Kelompok</a:t>
            </a:r>
            <a:endParaRPr lang="en-US" sz="3600" dirty="0"/>
          </a:p>
          <a:p>
            <a:pPr marL="0" indent="0" algn="ctr">
              <a:lnSpc>
                <a:spcPts val="4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Jadwal Pelajaran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2999232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Membedah struktur HTML dan gaya CSS di balik index.html &amp; style.css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0" y="39776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 KELOMPOK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0" y="4315968"/>
            <a:ext cx="121916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Tisha Ariella          2. Alifando Randra Ramadhan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0" y="4645152"/>
            <a:ext cx="1219169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Ezza Satria Putra          4. Vita Pratiwi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364328" y="5989320"/>
            <a:ext cx="1463040" cy="1097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" name="Text 7"/>
          <p:cNvSpPr txBox="1"/>
          <p:nvPr/>
        </p:nvSpPr>
        <p:spPr>
          <a:xfrm>
            <a:off x="0" y="617220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SMK N 2 Terbanggi Besar   •   Kelas XI PPLG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Pengertian HTML &amp; CSS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3063240"/>
          </a:xfrm>
          <a:prstGeom prst="roundRect">
            <a:avLst>
              <a:gd name="adj" fmla="val 23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 txBox="1"/>
          <p:nvPr/>
        </p:nvSpPr>
        <p:spPr>
          <a:xfrm>
            <a:off x="868680" y="1856232"/>
            <a:ext cx="4724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86000"/>
            <a:ext cx="472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Markup Language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51760"/>
            <a:ext cx="472424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markah untuk menyusun struktur dan konten halaman web. Elemennya berupa tag, seperti &lt;div&gt; untuk membungkus bagian, &lt;table&gt; untuk data berbentuk tabel, &lt;form&gt; untuk input pengguna, dan &lt;h1&gt;–&lt;h6&gt; untuk judul. HTML menentukan apa saja yang ada di halaman dan bagaimana urutannya, tanpa mengatur tampilan visualnya.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3063240"/>
          </a:xfrm>
          <a:prstGeom prst="roundRect">
            <a:avLst>
              <a:gd name="adj" fmla="val 238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 txBox="1"/>
          <p:nvPr/>
        </p:nvSpPr>
        <p:spPr>
          <a:xfrm>
            <a:off x="6598768" y="1856232"/>
            <a:ext cx="4724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98768" y="2286000"/>
            <a:ext cx="472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Style Sheets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98768" y="2651760"/>
            <a:ext cx="472424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untuk mengatur tampilan visual dari elemen-elemen HTML. Lewat CSS, halaman bisa diberi warna latar, warna teks, border, sudut membulat (border-radius), jarak antar elemen (margin &amp; padding), hingga ukuran dan tata letak — tanpa mengubah struktur HTML itu sendiri.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3776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praktik ini, index.html berperan menyusun struktur halaman — profil kelompok, tabel biodata &amp; jadwal pelajaran, serta dua form input — sedangkan style.css mempercantik tampilan struktur tersebut lewat warna, border, dan jarak antar elemen, seperti yang akan dibahas pada bagian-bagian berikutnya.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HTML — BAGIAN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 Kelompok &amp; Tabel Biodata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4114800" cy="4526280"/>
          </a:xfrm>
          <a:prstGeom prst="roundRect">
            <a:avLst>
              <a:gd name="adj" fmla="val 1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/home/claude/assets/htm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19" y="1801368"/>
            <a:ext cx="3015041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83480" y="1600200"/>
            <a:ext cx="6659575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150"/>
              </a:lnSpc>
              <a:spcAft>
                <a:spcPts val="14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&lt;head&gt; memuat &lt;meta charset="UTF-8"&gt; agar karakter teks terbaca benar, &lt;meta name="viewport"&gt; agar tampilan menyesuaikan lebar layar, &lt;title&gt;, lalu &lt;link rel="stylesheet" href="style.css"&gt; yang menghubungkan halaman ke berkas gaya.</a:t>
            </a:r>
            <a:endParaRPr lang="en-US" sz="1350" dirty="0"/>
          </a:p>
          <a:p>
            <a:pPr marL="228600" indent="-228600">
              <a:lnSpc>
                <a:spcPts val="2150"/>
              </a:lnSpc>
              <a:spcAft>
                <a:spcPts val="14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 class="kelompok" menampilkan nama kelompok dua kali dengan jenis list berbeda: &lt;ol&gt; (list bernomor) dan &lt;ul&gt; (list bertanda titik), masing-masing memuat 4 nama anggota sebagai &lt;li&gt;.</a:t>
            </a:r>
            <a:endParaRPr lang="en-US" sz="1350" dirty="0"/>
          </a:p>
          <a:p>
            <a:pPr marL="228600" indent="-228600">
              <a:lnSpc>
                <a:spcPts val="2150"/>
              </a:lnSpc>
              <a:spcAft>
                <a:spcPts val="14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 class="tabel" membuka &lt;table&gt; biodata dengan atribut border, cellpadding, dan cellspacing untuk mengatur garis serta jarak sel, lalu &lt;thead&gt; berisi baris judul kolom No, Nama, Kelas, Umur, dan Hobi (class "judul1").</a:t>
            </a:r>
            <a:endParaRPr lang="en-US" sz="1350" dirty="0"/>
          </a:p>
          <a:p>
            <a:pPr marL="228600" indent="-228600">
              <a:lnSpc>
                <a:spcPts val="2150"/>
              </a:lnSpc>
              <a:spcAft>
                <a:spcPts val="14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&lt;tbody&gt; mulai diisi baris demi baris (class "isi1") — setiap anggota kelompok mengisi satu &lt;tr&gt; lengkap dengan data No, Nama, Kelas, Umur, dan Hobi miliknya.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HTML — BAGIAN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 Jadwal Kelompok &amp; Pribadi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4114800" cy="4526280"/>
          </a:xfrm>
          <a:prstGeom prst="roundRect">
            <a:avLst>
              <a:gd name="adj" fmla="val 1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/home/claude/assets/htm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16" y="1801368"/>
            <a:ext cx="3540447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83480" y="1600200"/>
            <a:ext cx="6659575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150"/>
              </a:lnSpc>
              <a:spcAft>
                <a:spcPts val="14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terakhir tabel biodata (data Alifando Randra Ramadhan) menjadi baris penutup, ditandai dengan tag &lt;/table&gt; yang mengakhiri tabel pertama.</a:t>
            </a:r>
            <a:endParaRPr lang="en-US" sz="1350" dirty="0"/>
          </a:p>
          <a:p>
            <a:pPr marL="228600" indent="-228600">
              <a:lnSpc>
                <a:spcPts val="2150"/>
              </a:lnSpc>
              <a:spcAft>
                <a:spcPts val="14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kedua (class "tabelkecil") menampilkan jadwal pelajaran kelompok dengan kolom Hari, Jam, Mata Pelajaran, dan Guru (class "judul2" untuk judul, "isi2" untuk isi) — contohnya jadwal hari Kamis yang memuat dua sesi berbeda.</a:t>
            </a:r>
            <a:endParaRPr lang="en-US" sz="1350" dirty="0"/>
          </a:p>
          <a:p>
            <a:pPr marL="228600" indent="-228600">
              <a:lnSpc>
                <a:spcPts val="2150"/>
              </a:lnSpc>
              <a:spcAft>
                <a:spcPts val="14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&lt;h3&gt;Tisha Ariella&lt;/h3&gt; menjadi judul bagian baru yang menandai dimulainya jadwal pelajaran pribadi milik salah satu anggota kelompok.</a:t>
            </a:r>
            <a:endParaRPr lang="en-US" sz="1350" dirty="0"/>
          </a:p>
          <a:p>
            <a:pPr marL="228600" indent="-228600">
              <a:lnSpc>
                <a:spcPts val="2150"/>
              </a:lnSpc>
              <a:spcAft>
                <a:spcPts val="14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ketiga (class "judul3") memakai atribut colspan="4" agar judul "jadwal pelajaran" membentang menutupi keempat kolom, lalu mulai diisi baris data pertama untuk hari Senin, 31 Agustus 2026.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HTML — BAGIAN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Jadwal Pribadi &amp; Form Login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4114800" cy="4526280"/>
          </a:xfrm>
          <a:prstGeom prst="roundRect">
            <a:avLst>
              <a:gd name="adj" fmla="val 1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/home/claude/assets/html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946" y="1801368"/>
            <a:ext cx="3134188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83480" y="1600200"/>
            <a:ext cx="6659575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150"/>
              </a:lnSpc>
              <a:spcAft>
                <a:spcPts val="14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Baris-baris jadwal berikutnya memakai atribut rowspan="2" pada kolom hari, sehingga satu sel seperti "Selasa" atau "Rabu" dapat mencakup dua baris jam pelajaran sekaligus tanpa menuliskan nama hari berulang.</a:t>
            </a:r>
            <a:endParaRPr lang="en-US" sz="1350" dirty="0"/>
          </a:p>
          <a:p>
            <a:pPr marL="228600" indent="-228600">
              <a:lnSpc>
                <a:spcPts val="2150"/>
              </a:lnSpc>
              <a:spcAft>
                <a:spcPts val="14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 class="login" memuat dua &lt;form&gt; terpisah: form pertama meminta Nama dan Jenis Kelamin lewat dua radio button bernama "jk" ("laki" / "cewe") yang keduanya diberi atribut required, ditutup tombol Kirim.</a:t>
            </a:r>
            <a:endParaRPr lang="en-US" sz="1350" dirty="0"/>
          </a:p>
          <a:p>
            <a:pPr marL="228600" indent="-228600">
              <a:lnSpc>
                <a:spcPts val="2150"/>
              </a:lnSpc>
              <a:spcAft>
                <a:spcPts val="14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kedua meminta Email dan Password lewat &lt;input type="text"&gt; dengan placeholder sebagai petunjuk pengisian, dan ditutup dengan tombol Login.</a:t>
            </a:r>
            <a:endParaRPr lang="en-US" sz="1350" dirty="0"/>
          </a:p>
          <a:p>
            <a:pPr marL="228600" indent="-228600">
              <a:lnSpc>
                <a:spcPts val="2150"/>
              </a:lnSpc>
              <a:spcAft>
                <a:spcPts val="14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 class="img" menampilkan logo sekolah lewat &lt;img src="stm.webp"&gt;, ditempatkan di bagian paling bawah halaman sebagai penutup.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— BAGIAN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Tampilan Dasar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4114800" cy="4526280"/>
          </a:xfrm>
          <a:prstGeom prst="roundRect">
            <a:avLst>
              <a:gd name="adj" fmla="val 1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/home/claude/assets/css1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148" y="1801368"/>
            <a:ext cx="2545783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83480" y="1691640"/>
            <a:ext cx="6659575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250"/>
              </a:lnSpc>
              <a:spcAft>
                <a:spcPts val="1400"/>
              </a:spcAft>
              <a:buSzPct val="100000"/>
              <a:buChar char="■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body diberi padding: 0 dan margin: 0 agar tidak ada jarak kosong di tepi layar, latar magenta rgb(234, 0, 255), teks putih, dan font-size 20px sebagai gaya dasar seluruh halaman.</a:t>
            </a:r>
            <a:endParaRPr lang="en-US" sz="1450" dirty="0"/>
          </a:p>
          <a:p>
            <a:pPr marL="228600" indent="-228600">
              <a:lnSpc>
                <a:spcPts val="2250"/>
              </a:lnSpc>
              <a:spcAft>
                <a:spcPts val="1400"/>
              </a:spcAft>
              <a:buSzPct val="100000"/>
              <a:buChar char="■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.kelompok, .tabel, .form, dan .img masing-masing diberi border putih 2px, border-radius, padding, dan background-color pink — kombinasi ini membuat tiap bagian tampak seperti kartu terpisah, bukan sekadar teks polos.</a:t>
            </a:r>
            <a:endParaRPr lang="en-US" sz="1450" dirty="0"/>
          </a:p>
          <a:p>
            <a:pPr marL="228600" indent="-228600">
              <a:lnSpc>
                <a:spcPts val="2250"/>
              </a:lnSpc>
              <a:spcAft>
                <a:spcPts val="1400"/>
              </a:spcAft>
              <a:buSzPct val="100000"/>
              <a:buChar char="■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table dan .tabel mengatur width/max-width serta margin (termasuk margin: auto) agar ukuran tabel proporsional dan posisinya tepat berada di tengah halaman.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— BAGIAN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Tata Letak &amp; Pembeda Tabel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4114800" cy="4526280"/>
          </a:xfrm>
          <a:prstGeom prst="roundRect">
            <a:avLst>
              <a:gd name="adj" fmla="val 1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/home/claude/assets/css1_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97049"/>
            <a:ext cx="3657600" cy="34777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83480" y="1691640"/>
            <a:ext cx="6659575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250"/>
              </a:lnSpc>
              <a:spcAft>
                <a:spcPts val="1400"/>
              </a:spcAft>
              <a:buSzPct val="100000"/>
              <a:buChar char="■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.login hanya diberi margin-left untuk menggeser posisi form ke kanan, tanpa border atau background tambahan seperti elemen lain.</a:t>
            </a:r>
            <a:endParaRPr lang="en-US" sz="1450" dirty="0"/>
          </a:p>
          <a:p>
            <a:pPr marL="228600" indent="-228600">
              <a:lnSpc>
                <a:spcPts val="2250"/>
              </a:lnSpc>
              <a:spcAft>
                <a:spcPts val="1400"/>
              </a:spcAft>
              <a:buSzPct val="100000"/>
              <a:buChar char="■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.judul1/.judul2/.judul3 diberi latar pink, sedangkan .isi1/.isi2/.isi3 diberi latar rgb(219, 168, 177) — perbedaan warna ini membuat baris judul dan baris isi pada ketiga tabel mudah dibedakan sekilas mata.</a:t>
            </a:r>
            <a:endParaRPr lang="en-US" sz="1450" dirty="0"/>
          </a:p>
          <a:p>
            <a:pPr marL="228600" indent="-228600">
              <a:lnSpc>
                <a:spcPts val="2250"/>
              </a:lnSpc>
              <a:spcAft>
                <a:spcPts val="1400"/>
              </a:spcAft>
              <a:buSzPct val="100000"/>
              <a:buChar char="■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h3 diberi margin-left agar judul "jadwal pribadi" tidak menempel ke tepi kiri halaman, menjaga konsistensi jarak dengan elemen lain di sekitarnya.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AKHIR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Tampilan Website di Browser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03960" y="1572768"/>
            <a:ext cx="2682240" cy="4526280"/>
          </a:xfrm>
          <a:prstGeom prst="roundRect">
            <a:avLst>
              <a:gd name="adj" fmla="val 1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5" name="Image 0" descr="/home/claude/assets/hasi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548" y="1801368"/>
            <a:ext cx="1653064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343705" y="1609344"/>
            <a:ext cx="6659575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150"/>
              </a:lnSpc>
              <a:spcAft>
                <a:spcPts val="14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index.html dibuka langsung lewat Live Server, halaman menampilkan seluruh bagian sesuai kode: profil kelompok, tiga tabel data &amp; jadwal, serta dua form input, tersusun rapi dari atas ke bawah.</a:t>
            </a:r>
            <a:endParaRPr lang="en-US" sz="1350" dirty="0"/>
          </a:p>
          <a:p>
            <a:pPr marL="228600" indent="-228600">
              <a:lnSpc>
                <a:spcPts val="2150"/>
              </a:lnSpc>
              <a:spcAft>
                <a:spcPts val="14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magenta pada body dan warna pink pada setiap kartu (.kelompok, .tabel, .form, .login) tampil konsisten dengan aturan yang ditulis di style.css.</a:t>
            </a:r>
            <a:endParaRPr lang="en-US" sz="1350" dirty="0"/>
          </a:p>
          <a:p>
            <a:pPr marL="228600" indent="-228600">
              <a:lnSpc>
                <a:spcPts val="2150"/>
              </a:lnSpc>
              <a:spcAft>
                <a:spcPts val="14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judul tabel (judul1/judul2/judul3) dan baris isi (isi1/isi2/isi3) terlihat jelas perbedaannya berkat warna latar yang berbeda, sehingga tabel lebih mudah dibaca.</a:t>
            </a:r>
            <a:endParaRPr lang="en-US" sz="1350" dirty="0"/>
          </a:p>
          <a:p>
            <a:pPr marL="228600" indent="-228600">
              <a:lnSpc>
                <a:spcPts val="2150"/>
              </a:lnSpc>
              <a:spcAft>
                <a:spcPts val="1400"/>
              </a:spcAft>
              <a:buSzPct val="100000"/>
              <a:buChar char="■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SMK N 2 Terbanggi Besar tampil di bagian paling bawah halaman lewat div class="img", menjadi penutup sekaligus identitas visual website kelompok ini.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Menyusun, CSS Mempercantik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4415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(index.html) berperan menyusun struktur dan konten halaman: profil kelompok dalam dua bentuk list, tiga tabel data &amp; jadwal dengan colspan dan rowspan, serta dua form (data diri dan login).</a:t>
            </a:r>
            <a:endParaRPr lang="en-US" sz="16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(style.css) berperan mempercantik tampilan struktur tersebut lewat pengaturan warna, border, sudut membulat (border-radius), dan jarak antar elemen (margin &amp; padding) sehingga terlihat seperti kumpulan kartu yang rapi.</a:t>
            </a:r>
            <a:endParaRPr lang="en-US" sz="160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■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Kombinasi keduanya menghasilkan halaman profil kelompok yang sederhana namun terstruktur, sesuai identitas SMK N 2 Terbanggi Besar, kelas XI PPLG 3.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257800"/>
            <a:ext cx="11094415" cy="1097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ID"/>
          </a:p>
        </p:txBody>
      </p:sp>
      <p:pic>
        <p:nvPicPr>
          <p:cNvPr id="6" name="Image 0" descr="/home/claude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532120"/>
            <a:ext cx="566928" cy="68598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44168" y="5532120"/>
            <a:ext cx="4572000" cy="6859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071055" y="5532120"/>
            <a:ext cx="4572000" cy="6859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SMK N 2 Terbanggi Besar   •   Kelas XI PPLG 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1201</Words>
  <Application>Microsoft Office PowerPoint</Application>
  <PresentationFormat>Widescreen</PresentationFormat>
  <Paragraphs>74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riskiwahyu4444@gmail.com</cp:lastModifiedBy>
  <cp:revision>2</cp:revision>
  <dcterms:created xsi:type="dcterms:W3CDTF">2026-09-26T12:45:26Z</dcterms:created>
  <dcterms:modified xsi:type="dcterms:W3CDTF">2026-09-26T12:48:35Z</dcterms:modified>
</cp:coreProperties>
</file>